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Xin chào mọi người!</a:t>
            </a:r>
          </a:p>
          <a:p/>
          <a:p>
            <a:r>
              <a:t>Hôm nay mình sẽ đi sâu vào một chủ đề cụ thể:</a:t>
            </a:r>
          </a:p>
          <a:p>
            <a:r>
              <a:t>làm sao dùng Agent SDK để gắn AI vào game.</a:t>
            </a:r>
          </a:p>
          <a:p/>
          <a:p>
            <a:r>
              <a:t>Không phải lý thuyết chung chung. Mình sẽ chạy code thực tế,</a:t>
            </a:r>
          </a:p>
          <a:p>
            <a:r>
              <a:t>xem dữ liệu chạy từng bước, và xây NPC AI có thể đọc game state,</a:t>
            </a:r>
          </a:p>
          <a:p>
            <a:r>
              <a:t>gợi ý quest, và điều phối nhiều NPC với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Tại sao game cần SDK mà không dùng Skill được?</a:t>
            </a:r>
          </a:p>
          <a:p/>
          <a:p>
            <a:r>
              <a:t>Vì AI trong game cần làm những thứ mà Skill không với tới.</a:t>
            </a:r>
          </a:p>
          <a:p/>
          <a:p>
            <a:r>
              <a:t>NPC phải BIẾT người chơi level bao nhiêu, đang cầm vũ khí gì,</a:t>
            </a:r>
          </a:p>
          <a:p>
            <a:r>
              <a:t>đã làm quest nào. Đó là game state — Skill không truy cập được.</a:t>
            </a:r>
          </a:p>
          <a:p/>
          <a:p>
            <a:r>
              <a:t>NPC phải THAY ĐỔI game state: trừ vàng, thêm item vào inventory,</a:t>
            </a:r>
          </a:p>
          <a:p>
            <a:r>
              <a:t>gán quest. Skill không làm được.</a:t>
            </a:r>
          </a:p>
          <a:p/>
          <a:p>
            <a:r>
              <a:t>Kết quả phải HIỂN TRONG GAME — speech bubble, dialog box,</a:t>
            </a:r>
          </a:p>
          <a:p>
            <a:r>
              <a:t>không phải trong cửa sổ Claude Code.</a:t>
            </a:r>
          </a:p>
          <a:p/>
          <a:p>
            <a:r>
              <a:t>Nói ngắn gọn: SDK để AI sống TRONG game.</a:t>
            </a:r>
          </a:p>
          <a:p>
            <a:r>
              <a:t>Skill chỉ là mở tab wiki bên cạnh.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SDK — OpenAI, Claude, LangGraph — chạy CÙNG MỘT vòng lặp.</a:t>
            </a:r>
          </a:p>
          <a:p/>
          <a:p>
            <a:r>
              <a:t>Bước 1: Gửi prompt cho LLM. Gồm: system instructions ("mày là thợ rèn"),</a:t>
            </a:r>
          </a:p>
          <a:p>
            <a:r>
              <a:t>lịch sử hội thoại, và danh sách tools (check_inv, sell, repair).</a:t>
            </a:r>
          </a:p>
          <a:p/>
          <a:p>
            <a:r>
              <a:t>Bước 2: LLM suy nghĩ. "Người chơi hỏi gì? Tôi cần gọi tool nào?"</a:t>
            </a:r>
          </a:p>
          <a:p/>
          <a:p>
            <a:r>
              <a:t>Bước 3: SDK nhận tool_call và CHẠY function THẬT của bạn.</a:t>
            </a:r>
          </a:p>
          <a:p>
            <a:r>
              <a:t>LLM không chạy code. Nó chỉ NÓI "gọi cái này". SDK làm.</a:t>
            </a:r>
          </a:p>
          <a:p/>
          <a:p>
            <a:r>
              <a:t>Bước 4: Kết quả đẩy lại vào lịch sử. Quay lại bước 1.</a:t>
            </a:r>
          </a:p>
          <a:p/>
          <a:p>
            <a:r>
              <a:t>Và code? 6 dòng. Tạo agent, đặt tên, cho instructions, liệt kê tools, chạy.</a:t>
            </a:r>
          </a:p>
          <a:p>
            <a:r>
              <a:t>SDK lo TOÀN BỘ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Chạy ví dụ cụ thể nha. Game RPG. NPC trưở làng.</a:t>
            </a:r>
          </a:p>
          <a:p/>
          <a:p>
            <a:r>
              <a:t>VÒNG 1: Player hỏi "Có việc gì cho tôi?"</a:t>
            </a:r>
          </a:p>
          <a:p>
            <a:r>
              <a:t>LLM nghĩ: "Cần biết player này thế nào đã."</a:t>
            </a:r>
          </a:p>
          <a:p>
            <a:r>
              <a:t>Gọi get_player_stats() → SDK truy game state THẬT.</a:t>
            </a:r>
          </a:p>
          <a:p>
            <a:r>
              <a:t>Trả về: level 5, mage, cầm gậy, đã xong quest diệt chuột.</a:t>
            </a:r>
          </a:p>
          <a:p/>
          <a:p>
            <a:r>
              <a:t>VÒNG 2: LLM thấy level 5 mage → lọc quest phù hợp.</a:t>
            </a:r>
          </a:p>
          <a:p>
            <a:r>
              <a:t>Gọi assign_quest("dragon_tower"). SDK cập nhật game state THẬT:</a:t>
            </a:r>
          </a:p>
          <a:p>
            <a:r>
              <a:t>quest log thay đổi, minimap có marker.</a:t>
            </a:r>
          </a:p>
          <a:p/>
          <a:p>
            <a:r>
              <a:t>Rồi LLM tổng hợp dialog NPC: "Pháp sư level 5 hả?..."</a:t>
            </a:r>
          </a:p>
          <a:p>
            <a:r>
              <a:t>Hiển trong speech bubble, dialog box của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hình minh họa kết quả cuối cùng.</a:t>
            </a:r>
          </a:p>
          <a:p/>
          <a:p>
            <a:r>
              <a:t>Nhìn nè: NPC trưở làng nói chuyện với player. Speech bubble hiển</a:t>
            </a:r>
          </a:p>
          <a:p>
            <a:r>
              <a:t>dialog do LLM tạo — "Pháp sư level 5 hả? Tháp Rồng đang cần người."</a:t>
            </a:r>
          </a:p>
          <a:p/>
          <a:p>
            <a:r>
              <a:t>Bên phải trên: quest notification xuất hiện — vì SDK đã gọi</a:t>
            </a:r>
          </a:p>
          <a:p>
            <a:r>
              <a:t>assign_quest() và game state đã thay đổi THẬT.</a:t>
            </a:r>
          </a:p>
          <a:p/>
          <a:p>
            <a:r>
              <a:t>Bên trái dưới: player stats — NPC đọc được tất cả thông tin này</a:t>
            </a:r>
          </a:p>
          <a:p>
            <a:r>
              <a:t>qua get_player_stats() để gợi ý quest phù hợp.</a:t>
            </a:r>
          </a:p>
          <a:p/>
          <a:p>
            <a:r>
              <a:t>3 mũi tên bên phải: LLM tạo dialog, SDK gán quest, game UI cập nhật.</a:t>
            </a:r>
          </a:p>
          <a:p>
            <a:r>
              <a:t>Tất cả chạy trong game, không phải tab bên ngoài.</a:t>
            </a:r>
          </a:p>
          <a:p/>
          <a:p>
            <a:r>
              <a:t>Bây giờ mình sẽ xem CODE để làm được thế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Bây giờ xem code thực tế.</a:t>
            </a:r>
          </a:p>
          <a:p/>
          <a:p>
            <a:r>
              <a:t>Bạn viết 3 thứ: tools, instructions, và agent.</a:t>
            </a:r>
          </a:p>
          <a:p/>
          <a:p>
            <a:r>
              <a:t>Tool 1: get_player_stats. Nhận player_id, trả về level, class, inventory.</a:t>
            </a:r>
          </a:p>
          <a:p>
            <a:r>
              <a:t>Đây là Python bình thường — truy game state của bạn.</a:t>
            </a:r>
          </a:p>
          <a:p/>
          <a:p>
            <a:r>
              <a:t>Tool 2: get_available_quests. Lọc quest theo level và class.</a:t>
            </a:r>
          </a:p>
          <a:p>
            <a:r>
              <a:t>Chỉ trả về quest mà player đủ level và chưa làm.</a:t>
            </a:r>
          </a:p>
          <a:p/>
          <a:p>
            <a:r>
              <a:t>Tool 3: assign_quest. Gán quest, cập nhật quest log, hiển marker trên map.</a:t>
            </a:r>
          </a:p>
          <a:p>
            <a:r>
              <a:t>Đây là chỗ game state THAY ĐỔI thật.</a:t>
            </a:r>
          </a:p>
          <a:p/>
          <a:p>
            <a:r>
              <a:t>Rồi tạo agent: đặt tên "Trưở làng", viết instructions về giọng nói,</a:t>
            </a:r>
          </a:p>
          <a:p>
            <a:r>
              <a:t>gắn 3 tools vào. Xong.</a:t>
            </a:r>
          </a:p>
          <a:p/>
          <a:p>
            <a:r>
              <a:t>BẠN chỉ viết business logic. SDK lo gọi API, parse JSON, chạy vòng lặp.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Bây giờ nâng cấp: nhiều NPC.</a:t>
            </a:r>
          </a:p>
          <a:p/>
          <a:p>
            <a:r>
              <a:t>Trong game thực tế, người chơi không nói chuyện với một NPC.</a:t>
            </a:r>
          </a:p>
          <a:p>
            <a:r>
              <a:t>Họ vào làng, gặp lính gác, được dẫn đến thợ rèn hoặc pháp sư.</a:t>
            </a:r>
          </a:p>
          <a:p/>
          <a:p>
            <a:r>
              <a:t>Với SDK, bạn tạo nhiều Agent, mỗi cái có tools và tính cách riêng.</a:t>
            </a:r>
          </a:p>
          <a:p/>
          <a:p>
            <a:r>
              <a:t>Lính gác: không có tools bán hàng. Chỉ có handoffs.</a:t>
            </a:r>
          </a:p>
          <a:p>
            <a:r>
              <a:t>Nó chào hỏi, nghe người chơi cần gì, rồi CHUYỂN qua NPC phù hợp.</a:t>
            </a:r>
          </a:p>
          <a:p/>
          <a:p>
            <a:r>
              <a:t>Thợ rèn: có tools check_inventory, sell_item, repair_item.</a:t>
            </a:r>
          </a:p>
          <a:p>
            <a:r>
              <a:t>Giọng nói khác: thô lỗ, ngắn gọn.</a:t>
            </a:r>
          </a:p>
          <a:p/>
          <a:p>
            <a:r>
              <a:t>Pháp sư: có tools sell_spell, teach_skill.</a:t>
            </a:r>
          </a:p>
          <a:p>
            <a:r>
              <a:t>Giọng nói khác: huyền bí, nhiều ẩn dụ.</a:t>
            </a:r>
          </a:p>
          <a:p/>
          <a:p>
            <a:r>
              <a:t>SDK quản lý việc handoff tự động. Khi Lính gác nói "chuyển Thợ rèn",</a:t>
            </a:r>
          </a:p>
          <a:p>
            <a:r>
              <a:t>SDK dừng agent Lính gác, khởi động agent Thợ rèn với đầy đủ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cách gắn SDK vào game server thực tế.</a:t>
            </a:r>
          </a:p>
          <a:p/>
          <a:p>
            <a:r>
              <a:t>Game client và server nói chuyện qua WebSocket — chuẩn cho game.</a:t>
            </a:r>
          </a:p>
          <a:p/>
          <a:p>
            <a:r>
              <a:t>Khi người chơi nhắn tin cho NPC, tin nhắn đến server qua WebSocket.</a:t>
            </a:r>
          </a:p>
          <a:p>
            <a:r>
              <a:t>Server lấy đúng agent (Thợ rèn hay Pháp sư) từ registry.</a:t>
            </a:r>
          </a:p>
          <a:p/>
          <a:p>
            <a:r>
              <a:t>Runner.run() chạy vòng lặp: LLM suy nghĩ, gọi tools, lặp lại.</a:t>
            </a:r>
          </a:p>
          <a:p/>
          <a:p>
            <a:r>
              <a:t>Kết quả gửi về client gồm 2 phần:</a:t>
            </a:r>
          </a:p>
          <a:p>
            <a:r>
              <a:t>1. dialog — câu NPC nói, hiển trong speech bubble</a:t>
            </a:r>
          </a:p>
          <a:p>
            <a:r>
              <a:t>2. state_changes — vàng trừ, item thêm, quest gán</a:t>
            </a:r>
          </a:p>
          <a:p/>
          <a:p>
            <a:r>
              <a:t>Game client nhận và cập nhật UI: inventory thay đổi, vàng giảm,</a:t>
            </a:r>
          </a:p>
          <a:p>
            <a:r>
              <a:t>quest log có entry mới, minimap có marker mới.</a:t>
            </a:r>
          </a:p>
          <a:p/>
          <a:p>
            <a:r>
              <a:t>Tất cả chạy async — không block game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NPC nhớ người chơi như thế nào?</a:t>
            </a:r>
          </a:p>
          <a:p/>
          <a:p>
            <a:r>
              <a:t>Bằng cách truyền context vào system instructions. Mỗi lần player nói chuyện</a:t>
            </a:r>
          </a:p>
          <a:p>
            <a:r>
              <a:t>với NPC, bạn TẠO MỚI agent với instructions được inject thông tin thật:</a:t>
            </a:r>
          </a:p>
          <a:p/>
          <a:p>
            <a:r>
              <a:t>- Tính cách NPC (thô lỗ, huyền bí, nhân hậu)</a:t>
            </a:r>
          </a:p>
          <a:p>
            <a:r>
              <a:t>- Thông tin player (tên, level, class)</a:t>
            </a:r>
          </a:p>
          <a:p>
            <a:r>
              <a:t>- Lần nói chuyện trước ("đã mua kiếm lửa")</a:t>
            </a:r>
          </a:p>
          <a:p>
            <a:r>
              <a:t>- Mức độ quan hệ (lạ, quen, thân)</a:t>
            </a:r>
          </a:p>
          <a:p/>
          <a:p>
            <a:r>
              <a:t>Kết quả: NPC nói khác nhau với mỗi người chơi.</a:t>
            </a:r>
          </a:p>
          <a:p>
            <a:r>
              <a:t>Gặp lần đầu: "Chào người lạ."</a:t>
            </a:r>
          </a:p>
          <a:p>
            <a:r>
              <a:t>Gặp lần thứ 2: "Lại mày hả? Kiếm lần trước dùng tốt không?"</a:t>
            </a:r>
          </a:p>
          <a:p>
            <a:r>
              <a:t>Sau khi diệt boss: "Người hùng! Mày cần gì cứ nói."</a:t>
            </a:r>
          </a:p>
          <a:p/>
          <a:p>
            <a:r>
              <a:t>Không cần viết dialog tree. Không cần scripted lines.</a:t>
            </a:r>
          </a:p>
          <a:p>
            <a:r>
              <a:t>LLM tự tạo câu thoại dựa trên context. Mỗi lần chơi là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demo thực tế mà mình đã build.</a:t>
            </a:r>
          </a:p>
          <a:p/>
          <a:p>
            <a:r>
              <a:t>4 file thôi. server.js là WebSocket server. npc-agents.js định nghĩa</a:t>
            </a:r>
          </a:p>
          <a:p>
            <a:r>
              <a:t>4 NPC agent với 6 game tools. game-state.js là "database" của game.</a:t>
            </a:r>
          </a:p>
          <a:p>
            <a:r>
              <a:t>public/index.html là browser game client.</a:t>
            </a:r>
          </a:p>
          <a:p/>
          <a:p>
            <a:r>
              <a:t>Chạy trong 3 lệnh: npm install, set API key, node server.js.</a:t>
            </a:r>
          </a:p>
          <a:p>
            <a:r>
              <a:t>Mở browser, click NPC, nói chuyện. NPC đọc game state thật,</a:t>
            </a:r>
          </a:p>
          <a:p>
            <a:r>
              <a:t>gợi ý quest theo level của bạn, bán đồ và trừ vàng thật.</a:t>
            </a:r>
          </a:p>
          <a:p/>
          <a:p>
            <a:r>
              <a:t>Lính gác là triage agent — hỏi bạn cần gì rồi chuyển đến</a:t>
            </a:r>
          </a:p>
          <a:p>
            <a:r>
              <a:t>Thợ rèn, Pháp sư, hoặc Trưở làng. Handoff tự động.</a:t>
            </a:r>
          </a:p>
          <a:p/>
          <a:p>
            <a:r>
              <a:t>Muốn dùng cho game của bạn? Fork repo, thay game-state.js</a:t>
            </a:r>
          </a:p>
          <a:p>
            <a:r>
              <a:t>bằng data của bạn, thêm tools mới.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thì quan tâm 2 thứ: latency và cost.</a:t>
            </a:r>
          </a:p>
          <a:p/>
          <a:p>
            <a:r>
              <a:t>LATENCY: người chơi không chờ 5 giây cho NPC trả lời.</a:t>
            </a:r>
          </a:p>
          <a:p>
            <a:r>
              <a:t>Giải pháp: streaming. SDK hỗ trợ run_streamed() — từng chữ</a:t>
            </a:r>
          </a:p>
          <a:p>
            <a:r>
              <a:t>gửi về client. NPC "gõ" từng chữ như đang nói. Trải nghiệm rất tự nhiên.</a:t>
            </a:r>
          </a:p>
          <a:p/>
          <a:p>
            <a:r>
              <a:t>COST: không dùng model đắt cho mọi NPC.</a:t>
            </a:r>
          </a:p>
          <a:p>
            <a:r>
              <a:t>Farmer nhà quê nói 3 câu? gpt-4o-mini, $0.15/triệu token.</a:t>
            </a:r>
          </a:p>
          <a:p>
            <a:r>
              <a:t>Dragon King boss cuối? gpt-4o, thông minh hơn, nhiều sắc thái hơn.</a:t>
            </a:r>
          </a:p>
          <a:p/>
          <a:p>
            <a:r>
              <a:t>Một câu NPC khoảng 200-500 token. Với gpt-4o-mini,</a:t>
            </a:r>
          </a:p>
          <a:p>
            <a:r>
              <a:t>1000 cuộc hội thoại NPC khoảng $0.10. Rất rẻ.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lại những gì mình đã đi qua:</a:t>
            </a:r>
          </a:p>
          <a:p/>
          <a:p>
            <a:r>
              <a:t>Agent SDK cho phép AI sống TRONG game, không phải bên ngoài.</a:t>
            </a:r>
          </a:p>
          <a:p/>
          <a:p>
            <a:r>
              <a:t>6 dòng code để tạo 1 NPC agent. Bạn viết business logic —</a:t>
            </a:r>
          </a:p>
          <a:p>
            <a:r>
              <a:t>các function truy game state. SDK lo vòng lặp và API.</a:t>
            </a:r>
          </a:p>
          <a:p/>
          <a:p>
            <a:r>
              <a:t>Handoffs cho nhiều NPC phối hợp: lính gác dẫn đến thợ rèn.</a:t>
            </a:r>
          </a:p>
          <a:p>
            <a:r>
              <a:t>Context injection cho NPC nhớ người chơi: "Lại mày hả?"</a:t>
            </a:r>
          </a:p>
          <a:p>
            <a:r>
              <a:t>Streaming cho trải nghiệm tự nhiên: NPC gõ từng chữ.</a:t>
            </a:r>
          </a:p>
          <a:p>
            <a:r>
              <a:t>Model routing cho tiết kiệm: mini cho farmer, full cho boss.</a:t>
            </a:r>
          </a:p>
          <a:p/>
          <a:p>
            <a:r>
              <a:t>Tất cả với code Python bình thường.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mọi người!</a:t>
            </a:r>
          </a:p>
          <a:p/>
          <a:p>
            <a:r>
              <a:t>Mình rất muốn nghe câu hỏi — đặc biệt nếu bạn đang làm game</a:t>
            </a:r>
          </a:p>
          <a:p>
            <a:r>
              <a:t>và muốn thử AI NPC. "Game của tụi dùng Unity/Godot, bắt đầu như thế nào?"</a:t>
            </a:r>
          </a:p>
          <a:p>
            <a:r>
              <a:t>Đó là loại câu hỏi mình thích nhất.</a:t>
            </a:r>
          </a:p>
          <a:p/>
          <a:p>
            <a:r>
              <a:t>Tất cả code ví dụ có trên blog.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-457200"/>
            <a:ext cx="3200400" cy="3200400"/>
          </a:xfrm>
          <a:prstGeom prst="rect">
            <a:avLst/>
          </a:prstGeom>
        </p:spPr>
      </p:pic>
      <p:pic>
        <p:nvPicPr>
          <p:cNvPr id="4" name="Picture 3" descr="gl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0" y="4114800"/>
            <a:ext cx="3200400" cy="3200400"/>
          </a:xfrm>
          <a:prstGeom prst="rect">
            <a:avLst/>
          </a:prstGeom>
        </p:spPr>
      </p:pic>
      <p:pic>
        <p:nvPicPr>
          <p:cNvPr id="5" name="Picture 4" descr="ba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371600"/>
            <a:ext cx="54864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Segoe UI"/>
              </a:defRPr>
            </a:pPr>
            <a:r>
              <a:t>Agent SDK cho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D2FF"/>
                </a:solidFill>
                <a:latin typeface="Segoe UI"/>
              </a:defRPr>
            </a:pPr>
            <a:r>
              <a:t>Tích hợp AI vào game bằng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36576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55F7"/>
                </a:solidFill>
                <a:latin typeface="Segoe UI"/>
              </a:defRPr>
            </a:pPr>
            <a:r>
              <a:t>Vòng lặp thực thi · Game tools · NPC AI · Multi-agent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Với code ví dụ cụ thể từng bước.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88"/>
                </a:solidFill>
                <a:latin typeface="Segoe UI"/>
              </a:defRPr>
            </a:pPr>
            <a:r>
              <a:t>Minh-Nhật Nguyễn  ·  Tháng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Tại sao Game cần SDK?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2743200" cy="182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4846320" cy="4389120"/>
          </a:xfrm>
          <a:prstGeom prst="round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5486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AI trong game cần: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D2FF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Đọc game state (level, inventory, vị trí)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2FF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Thay đổi game state (trừ vàng, thêm item)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2FF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Hiển trong game UI (dialog, HUD)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2FF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Phản hồi real-time (không chờ 5 giây)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2FF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Nhận diện ngữ cảnh (NPC biết mình là 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846320" cy="4389120"/>
          </a:xfrm>
          <a:prstGeom prst="roundRect">
            <a:avLst/>
          </a:prstGeom>
          <a:solidFill>
            <a:srgbClr val="2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r_yel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54864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Skill (Claude Code) không làm được: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B923C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✘ Không truy cập được game state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B923C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✘ Không sửa được inventory/vàng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B923C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✘ Không hiển trong game UI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B923C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✘ Chạy ngoài game, tab riêng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B923C"/>
                </a:solidFill>
                <a:latin typeface="Segoe UI"/>
              </a:rPr>
              <a:t>▸ </a:t>
            </a:r>
            <a:r>
              <a:rPr sz="1600">
                <a:solidFill>
                  <a:srgbClr val="FFFFFF"/>
                </a:solidFill>
                <a:latin typeface="Segoe UI"/>
              </a:rPr>
              <a:t>✘ Chỉ là "cố vấn" bên ngoài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6217920"/>
            <a:ext cx="10149840" cy="4572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6245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5"/>
                </a:solidFill>
                <a:latin typeface="Segoe UI"/>
              </a:defRPr>
            </a:pPr>
            <a:r>
              <a:t>SDK = AI SỐNG trong game. Skill = AI NÓI VỀ game từ bên ngoài.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57200"/>
            <a:ext cx="2743200" cy="2743200"/>
          </a:xfrm>
          <a:prstGeom prst="rect">
            <a:avLst/>
          </a:prstGeom>
        </p:spPr>
      </p:pic>
      <p:pic>
        <p:nvPicPr>
          <p:cNvPr id="4" name="Picture 3" descr="ba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D2FF"/>
                </a:solidFill>
                <a:latin typeface="Segoe UI"/>
              </a:defRPr>
            </a:pPr>
            <a:r>
              <a:t>Vòng lặp thực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Segoe UI"/>
              </a:defRPr>
            </a:pPr>
            <a:r>
              <a:t>Mọi Agent SDK chạy cùng một vòng lặp này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2286000" cy="16459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❶ Gửi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System instructions</a:t>
            </a:r>
            <a:br/>
            <a:r>
              <a:t>+ Lịch sử chat</a:t>
            </a:r>
            <a:br/>
            <a:r>
              <a:t>+ Danh sách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2286000" cy="16459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❷ LLM suy nghĩ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Quyết định:</a:t>
            </a:r>
            <a:br/>
            <a:r>
              <a:t>A) Gọi tool?</a:t>
            </a:r>
            <a:br/>
            <a:r>
              <a:t>B) Trả lời luôn?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011680"/>
            <a:ext cx="2286000" cy="16459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❸ Chạy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SDK thực thi:</a:t>
            </a:r>
            <a:br/>
            <a:r>
              <a:t>check_inventory()</a:t>
            </a:r>
            <a:br/>
            <a:r>
              <a:t>sell_item()</a:t>
            </a:r>
            <a:br/>
            <a:r>
              <a:t>assign_quest()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011680"/>
            <a:ext cx="1645920" cy="16459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❹ Kết quả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Tool trả về</a:t>
            </a:r>
            <a:br/>
            <a:r>
              <a:t>kết quả</a:t>
            </a:r>
            <a:br/>
            <a:r>
              <a:t>→ quay lại 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931920"/>
            <a:ext cx="10332720" cy="4572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9776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5"/>
                </a:solidFill>
                <a:latin typeface="Segoe UI"/>
              </a:defRPr>
            </a:pPr>
            <a:r>
              <a:t>↺  Lặp lại cho đến khi LLM nói: "Đã xong"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88"/>
                </a:solidFill>
                <a:latin typeface="Segoe UI"/>
              </a:defRPr>
            </a:pPr>
            <a:r>
              <a:t>Toàn bộ vòng lặp trong 6 dòng: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937760"/>
            <a:ext cx="5029200" cy="155448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0292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// OpenAI Agents SDK (JS)</a:t>
            </a:r>
            <a:br/>
            <a:r>
              <a:t>const npc = new Agent({</a:t>
            </a:r>
            <a:br/>
            <a:r>
              <a:t>  name: "Blacksmith",</a:t>
            </a:r>
            <a:br/>
            <a:r>
              <a:t>  instructions: "Bán vũ khí...",</a:t>
            </a:r>
            <a:br/>
            <a:r>
              <a:t>  tools: [checkInv, sell, repair]</a:t>
            </a:r>
            <a:br/>
            <a:r>
              <a:t>})</a:t>
            </a:r>
            <a:br/>
            <a:r>
              <a:t>const result = await run(npc, playerMsg)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SDK tự động lo: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D2FF"/>
                </a:solidFill>
                <a:latin typeface="Segoe UI"/>
              </a:rPr>
              <a:t>▸ </a:t>
            </a:r>
            <a:r>
              <a:rPr sz="1400">
                <a:solidFill>
                  <a:srgbClr val="FFFFFF"/>
                </a:solidFill>
                <a:latin typeface="Segoe UI"/>
              </a:rPr>
              <a:t>Gửi prompt đúng format cho LLM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D2FF"/>
                </a:solidFill>
                <a:latin typeface="Segoe UI"/>
              </a:rPr>
              <a:t>▸ </a:t>
            </a:r>
            <a:r>
              <a:rPr sz="1400">
                <a:solidFill>
                  <a:srgbClr val="FFFFFF"/>
                </a:solidFill>
                <a:latin typeface="Segoe UI"/>
              </a:rPr>
              <a:t>Parse tool_call từ response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D2FF"/>
                </a:solidFill>
                <a:latin typeface="Segoe UI"/>
              </a:rPr>
              <a:t>▸ </a:t>
            </a:r>
            <a:r>
              <a:rPr sz="1400">
                <a:solidFill>
                  <a:srgbClr val="FFFFFF"/>
                </a:solidFill>
                <a:latin typeface="Segoe UI"/>
              </a:rPr>
              <a:t>Gọi function game của bạn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D2FF"/>
                </a:solidFill>
                <a:latin typeface="Segoe UI"/>
              </a:rPr>
              <a:t>▸ </a:t>
            </a:r>
            <a:r>
              <a:rPr sz="1400">
                <a:solidFill>
                  <a:srgbClr val="FFFFFF"/>
                </a:solidFill>
                <a:latin typeface="Segoe UI"/>
              </a:rPr>
              <a:t>Đẩy kết quả lại, lặp lại vòng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NPC: "Có việc gì cho tôi không?"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Xem dữ liệu chạy từng bước qua vòng lặp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10789920" cy="21945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Vòng 1: Đọc trạng thái người chơi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320040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65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❶ Prompt →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tools: [get_player_stats,</a:t>
            </a:r>
            <a:br/>
            <a:r>
              <a:t>  get_available_quests,</a:t>
            </a:r>
            <a:br/>
            <a:r>
              <a:t>  assign_quest]</a:t>
            </a:r>
            <a:br/>
            <a:r>
              <a:t>user: "Có việc gì cho tôi?"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920240"/>
            <a:ext cx="320040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❷ LLM quyết định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860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tool_call: get_player_stats</a:t>
            </a:r>
            <a:br/>
            <a:r>
              <a:t>args: {</a:t>
            </a:r>
            <a:br/>
            <a:r>
              <a:t>  player_id: "p_1234"</a:t>
            </a:r>
            <a:br/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47472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❸ SDK chạy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onsolas"/>
              </a:defRPr>
            </a:pPr>
            <a:r>
              <a:t>game.players["p_1234"]</a:t>
            </a:r>
            <a:br/>
            <a:r>
              <a:t>→ {level: 5, class: "mage",</a:t>
            </a:r>
            <a:br/>
            <a:r>
              <a:t>   inventory: ["staff"],</a:t>
            </a:r>
            <a:br/>
            <a:r>
              <a:t>   completed: ["rat_quest"]}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840480"/>
            <a:ext cx="10789920" cy="21945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Vòng 2: Tìm quest + giao nhiệm vụ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297680"/>
            <a:ext cx="320040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❷ LLM gọi tiếp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634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tool_call: get_available_quests</a:t>
            </a:r>
            <a:br/>
            <a:r>
              <a:t>args: {level: 5,</a:t>
            </a:r>
            <a:br/>
            <a:r>
              <a:t>  class: "mage"}</a:t>
            </a:r>
            <a:br/>
            <a:r>
              <a:t>→ [{id: "dragon_tower",</a:t>
            </a:r>
            <a:br/>
            <a:r>
              <a:t>    xp: 500, min_level: 4}]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297680"/>
            <a:ext cx="320040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❸ SDK chạy assign_quest()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6634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onsolas"/>
              </a:defRPr>
            </a:pPr>
            <a:r>
              <a:t>player.active_quest =</a:t>
            </a:r>
            <a:br/>
            <a:r>
              <a:t>  "dragon_tower"</a:t>
            </a:r>
            <a:br/>
            <a:r>
              <a:t>player.quest_log.add(...)</a:t>
            </a:r>
            <a:br/>
            <a:r>
              <a:t>→ {assigned: true}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297680"/>
            <a:ext cx="3474720" cy="14630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✔ NPC trả lời in-game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  <a:latin typeface="Consolas"/>
              </a:defRPr>
            </a:pPr>
            <a:r>
              <a:t>"Pháp sư level 5 hả? Tháp</a:t>
            </a:r>
            <a:br/>
            <a:r>
              <a:t> Rồng đang cần người.</a:t>
            </a:r>
            <a:br/>
            <a:r>
              <a:t> Cẩn thận con rồng băng."</a:t>
            </a:r>
            <a:br/>
            <a:r>
              <a:t>→ Hiển trong GAME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217920"/>
            <a:ext cx="10789920" cy="4572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2453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CC15"/>
                </a:solidFill>
                <a:latin typeface="Segoe UI"/>
              </a:defRPr>
            </a:pPr>
            <a:r>
              <a:t>LLM đọc level + class → chọn quest phù hợp → cập nhật game state. Hiển trong game UI của BẠN.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m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Code: Định nghĩa Game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Segoe UI"/>
              </a:defRPr>
            </a:pPr>
            <a:r>
              <a:t>Những function mà SDK sẽ gọi khi LLM yêu cầu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① Đọc trạng thái người chơi: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5029200" cy="155448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const getPlayerStats = tool({</a:t>
            </a:r>
            <a:br/>
            <a:r>
              <a:t>  name: "get_player_stats",</a:t>
            </a:r>
            <a:br/>
            <a:r>
              <a:t>  parameters: z.object({</a:t>
            </a:r>
            <a:br/>
            <a:r>
              <a:t>    playerId: z.string()</a:t>
            </a:r>
            <a:br/>
            <a:r>
              <a:t>  }),</a:t>
            </a:r>
            <a:br/>
            <a:r>
              <a:t>  execute: async ({ playerId }) =&gt; {</a:t>
            </a:r>
            <a:br/>
            <a:r>
              <a:t>    const p = game.players[playerId]</a:t>
            </a:r>
            <a:br/>
            <a:r>
              <a:t>    return { level: p.level,</a:t>
            </a:r>
            <a:br/>
            <a:r>
              <a:t>      class: p.charClass,</a:t>
            </a:r>
            <a:br/>
            <a:r>
              <a:t>      inventory: p.inventory }</a:t>
            </a:r>
            <a:br/>
            <a:r>
              <a:t>  }</a:t>
            </a:r>
            <a:br/>
            <a:r>
              <a:t>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② Lọc quest theo level/class: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5029200" cy="155448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const getAvailableQuests = tool({</a:t>
            </a:r>
            <a:br/>
            <a:r>
              <a:t>  name: "get_available_quests",</a:t>
            </a:r>
            <a:br/>
            <a:r>
              <a:t>  parameters: z.object({</a:t>
            </a:r>
            <a:br/>
            <a:r>
              <a:t>    level: z.number(),</a:t>
            </a:r>
            <a:br/>
            <a:r>
              <a:t>    charClass: z.string()</a:t>
            </a:r>
            <a:br/>
            <a:r>
              <a:t>  }),</a:t>
            </a:r>
            <a:br/>
            <a:r>
              <a:t>  execute: async ({ level, charClass }) =&gt;</a:t>
            </a:r>
            <a:br/>
            <a:r>
              <a:t>    game.quests.filter(q =&gt;</a:t>
            </a:r>
            <a:br/>
            <a:r>
              <a:t>      q.minLevel &lt;= level &amp;&amp;</a:t>
            </a:r>
            <a:br/>
            <a:r>
              <a:t>      !player.completed.has(q.id)</a:t>
            </a:r>
            <a:br/>
            <a:r>
              <a:t>    )</a:t>
            </a:r>
            <a:br/>
            <a:r>
              <a:t>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③ Giao nhiệm vụ: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931920"/>
            <a:ext cx="5029200" cy="13716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02335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const assignQuest = tool({</a:t>
            </a:r>
            <a:br/>
            <a:r>
              <a:t>  name: "assign_quest",</a:t>
            </a:r>
            <a:br/>
            <a:r>
              <a:t>  parameters: z.object({</a:t>
            </a:r>
            <a:br/>
            <a:r>
              <a:t>    playerId: z.string(),</a:t>
            </a:r>
            <a:br/>
            <a:r>
              <a:t>    questId: z.string()</a:t>
            </a:r>
            <a:br/>
            <a:r>
              <a:t>  }),</a:t>
            </a:r>
            <a:br/>
            <a:r>
              <a:t>  execute: async ({ playerId, questId }) =&gt; {</a:t>
            </a:r>
            <a:br/>
            <a:r>
              <a:t>    const p = game.players[playerId]</a:t>
            </a:r>
            <a:br/>
            <a:r>
              <a:t>    p.activeQuest = questId</a:t>
            </a:r>
            <a:br/>
            <a:r>
              <a:t>    p.questLog.add(questId)</a:t>
            </a:r>
            <a:br/>
            <a:r>
              <a:t>    game.ui.showQuestMarker(questId)</a:t>
            </a:r>
            <a:br/>
            <a:r>
              <a:t>    return { assigned: true }</a:t>
            </a:r>
            <a:br/>
            <a:r>
              <a:t>  }</a:t>
            </a:r>
            <a:br/>
            <a:r>
              <a:t>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④ Tạo NPC agent: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931920"/>
            <a:ext cx="5029200" cy="13716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02335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const villageElder = new Agent({</a:t>
            </a:r>
            <a:br/>
            <a:r>
              <a:t>  name: "Trưở làng",</a:t>
            </a:r>
            <a:br/>
            <a:r>
              <a:t>  instructions: `</a:t>
            </a:r>
            <a:br/>
            <a:r>
              <a:t>    Mày là trưở làng. Giọng nói</a:t>
            </a:r>
            <a:br/>
            <a:r>
              <a:t>    ôn hòa. Gợi ý quest phù hợp</a:t>
            </a:r>
            <a:br/>
            <a:r>
              <a:t>    với level và class của player.`,</a:t>
            </a:r>
            <a:br/>
            <a:r>
              <a:t>  tools: [getPlayerStats,</a:t>
            </a:r>
            <a:br/>
            <a:r>
              <a:t>    getAvailableQuests, assignQuest]</a:t>
            </a:r>
            <a:br/>
            <a:r>
              <a:t>})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577840"/>
            <a:ext cx="10332720" cy="4572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6052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CC15"/>
                </a:solidFill>
                <a:latin typeface="Segoe UI"/>
              </a:defRPr>
            </a:pPr>
            <a:r>
              <a:t>BẠN viết tools (business logic). SDK lo vòng lặp + API call + parsing.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657600"/>
            <a:ext cx="2743200" cy="2743200"/>
          </a:xfrm>
          <a:prstGeom prst="rect">
            <a:avLst/>
          </a:prstGeom>
        </p:spPr>
      </p:pic>
      <p:pic>
        <p:nvPicPr>
          <p:cNvPr id="4" name="Picture 3" descr="b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55F7"/>
                </a:solidFill>
                <a:latin typeface="Segoe UI"/>
              </a:defRPr>
            </a:pPr>
            <a:r>
              <a:t>Code: Nhiều NPC phối hợp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Segoe UI"/>
              </a:defRPr>
            </a:pPr>
            <a:r>
              <a:t>NPC chuyển người chơi qua NPC khác bằng handoff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5029200" cy="45720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nsolas"/>
              </a:defRPr>
            </a:pPr>
            <a:r>
              <a:t>// NPC thợ rèn</a:t>
            </a:r>
            <a:br/>
            <a:r>
              <a:t>const blacksmith = new Agent({</a:t>
            </a:r>
            <a:br/>
            <a:r>
              <a:t>  name: "Thợ rèn",</a:t>
            </a:r>
            <a:br/>
            <a:r>
              <a:t>  instructions: "Bán vũ khí, sửa đồ.",</a:t>
            </a:r>
            <a:br/>
            <a:r>
              <a:t>  tools: [checkInventory, sellItem,</a:t>
            </a:r>
            <a:br/>
            <a:r>
              <a:t>          repairItem]</a:t>
            </a:r>
            <a:br/>
            <a:r>
              <a:t>})</a:t>
            </a:r>
            <a:br/>
            <a:br/>
            <a:r>
              <a:t>// NPC pháp sư</a:t>
            </a:r>
            <a:br/>
            <a:r>
              <a:t>const mageNpc = new Agent({</a:t>
            </a:r>
            <a:br/>
            <a:r>
              <a:t>  name: "Pháp sư",</a:t>
            </a:r>
            <a:br/>
            <a:r>
              <a:t>  instructions: "Bán phép, dạy skill.",</a:t>
            </a:r>
            <a:br/>
            <a:r>
              <a:t>  tools: [sellSpell, teachSkill]</a:t>
            </a:r>
            <a:br/>
            <a:r>
              <a:t>})</a:t>
            </a:r>
            <a:br/>
            <a:br/>
            <a:r>
              <a:t>// NPC điều phối (triage)</a:t>
            </a:r>
            <a:br/>
            <a:r>
              <a:t>const greeter = new Agent({</a:t>
            </a:r>
            <a:br/>
            <a:r>
              <a:t>  name: "Lính gác",</a:t>
            </a:r>
            <a:br/>
            <a:r>
              <a:t>  instructions: `</a:t>
            </a:r>
            <a:br/>
            <a:r>
              <a:t>    Chào người chơi. Hỏi họ cần gì.</a:t>
            </a:r>
            <a:br/>
            <a:r>
              <a:t>    - Vũ khí/đồ → chuyển Thợ rèn</a:t>
            </a:r>
            <a:br/>
            <a:r>
              <a:t>    - Phép thuật → chuyển Pháp sư`,</a:t>
            </a:r>
            <a:br/>
            <a:r>
              <a:t>  handoffs: [blacksmith, mageNpc]</a:t>
            </a:r>
            <a:br/>
            <a:r>
              <a:t>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Luồng chạy: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03120"/>
            <a:ext cx="1645920" cy="7315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"Tôi cần mua kiếm"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08960"/>
            <a:ext cx="1645920" cy="7315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Lính gác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"Vũ khí hả? Để tôi dẫn đến Thợ rèn"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114800"/>
            <a:ext cx="1645920" cy="7315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handoff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SDK chuyển sang Thợ rèn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5120640"/>
            <a:ext cx="1645920" cy="7315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Thợ rèn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"Kiếm loại nào? Lửa hay băng?"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88"/>
                </a:solidFill>
                <a:latin typeface="Segoe UI"/>
              </a:defRPr>
            </a:pPr>
            <a:r>
              <a:t>Mỗi NPC có tools riêng, giọng nói riêng.</a:t>
            </a:r>
            <a:br/>
            <a:r>
              <a:t>SDK quản lý việc chuyển giữa các agent.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ar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DE80"/>
                </a:solidFill>
                <a:latin typeface="Segoe UI"/>
              </a:defRPr>
            </a:pPr>
            <a:r>
              <a:t>Code: Gắn vào Game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Segoe UI"/>
              </a:defRPr>
            </a:pPr>
            <a:r>
              <a:t>WebSocket endpoint nhận tin nhắn từ game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6400800" cy="48463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// Express + ws (Node.js)</a:t>
            </a:r>
            <a:br/>
            <a:r>
              <a:t>wss.on("connection", (ws, req) =&gt; {</a:t>
            </a:r>
            <a:br/>
            <a:r>
              <a:t>  const npcId = req.url.split("/").pop()</a:t>
            </a:r>
            <a:br/>
            <a:r>
              <a:t>  const agent = npcRegistry[npcId]</a:t>
            </a:r>
            <a:br/>
            <a:r>
              <a:t>  let history = []</a:t>
            </a:r>
            <a:br/>
            <a:br/>
            <a:r>
              <a:t>  ws.on("message", async (msg) =&gt; {</a:t>
            </a:r>
            <a:br/>
            <a:r>
              <a:t>    history.push({ role: "user",</a:t>
            </a:r>
            <a:br/>
            <a:r>
              <a:t>                   content: msg })</a:t>
            </a:r>
            <a:br/>
            <a:br/>
            <a:r>
              <a:t>    // SDK chạy vòng lặp</a:t>
            </a:r>
            <a:br/>
            <a:r>
              <a:t>    const result = await run(</a:t>
            </a:r>
            <a:br/>
            <a:r>
              <a:t>      agent, history</a:t>
            </a:r>
            <a:br/>
            <a:r>
              <a:t>    )</a:t>
            </a:r>
            <a:br/>
            <a:br/>
            <a:r>
              <a:t>    // Gửi về game client</a:t>
            </a:r>
            <a:br/>
            <a:r>
              <a:t>    ws.send(JSON.stringify({</a:t>
            </a:r>
            <a:br/>
            <a:r>
              <a:t>      npc: npcId,</a:t>
            </a:r>
            <a:br/>
            <a:r>
              <a:t>      dialog: result.finalOutput,</a:t>
            </a:r>
            <a:br/>
            <a:r>
              <a:t>      stateChanges: result.newItems</a:t>
            </a:r>
            <a:br/>
            <a:r>
              <a:t>        .filter(i =&gt; i.type === "tool_output")</a:t>
            </a:r>
            <a:br/>
            <a:r>
              <a:t>    }))</a:t>
            </a:r>
            <a:br/>
            <a:r>
              <a:t>    history = result.toInputList()</a:t>
            </a:r>
            <a:br/>
            <a:r>
              <a:t>  })</a:t>
            </a:r>
            <a:br/>
            <a:r>
              <a:t>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Luồng: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03120"/>
            <a:ext cx="3474720" cy="8229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48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Game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Player gõ tin nhắn</a:t>
            </a:r>
            <a:br/>
            <a:r>
              <a:t>trong dialog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474720" cy="8229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Gửi đến server</a:t>
            </a:r>
            <a:br/>
            <a:r>
              <a:t>qua 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297679"/>
            <a:ext cx="3474720" cy="8229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3433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Agent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177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Chạy vòng lặp</a:t>
            </a:r>
            <a:br/>
            <a:r>
              <a:t>gọi tools, LLM suy nghĩ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5394959"/>
            <a:ext cx="3474720" cy="82296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5440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Game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7149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Nhận dialog + state</a:t>
            </a:r>
            <a:br/>
            <a:r>
              <a:t>hiển trong game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669280"/>
            <a:ext cx="3474720" cy="64008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715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Segoe UI"/>
              </a:defRPr>
            </a:pPr>
            <a:r>
              <a:t>state_changes chứa:</a:t>
            </a:r>
            <a:br/>
            <a:r>
              <a:t>vàng trừ, item thêm, quest gán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Code: NPC nhớ người chơi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Segoe UI"/>
              </a:defRPr>
            </a:pPr>
            <a:r>
              <a:t>Truyền context vào system prompt để NPC có trí nhớ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5029200" cy="32004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function makeNpcAgent(npcId, playerId) {</a:t>
            </a:r>
            <a:br/>
            <a:r>
              <a:t>  const npc = game.npcs[npcId]</a:t>
            </a:r>
            <a:br/>
            <a:r>
              <a:t>  const player = game.players[playerId]</a:t>
            </a:r>
            <a:br/>
            <a:r>
              <a:t>  const prev = game.dialogHistory(npcId,</a:t>
            </a:r>
            <a:br/>
            <a:r>
              <a:t>    playerId)</a:t>
            </a:r>
            <a:br/>
            <a:br/>
            <a:r>
              <a:t>  return new Agent({</a:t>
            </a:r>
            <a:br/>
            <a:r>
              <a:t>    name: npc.name,</a:t>
            </a:r>
            <a:br/>
            <a:r>
              <a:t>    instructions: `</a:t>
            </a:r>
            <a:br/>
            <a:r>
              <a:t>      ${npc.personality}</a:t>
            </a:r>
            <a:br/>
            <a:r>
              <a:t>      Người chơi: ${player.name}</a:t>
            </a:r>
            <a:br/>
            <a:r>
              <a:t>      Level: ${player.level}</a:t>
            </a:r>
            <a:br/>
            <a:r>
              <a:t>      Class: ${player.charClass}</a:t>
            </a:r>
            <a:br/>
            <a:r>
              <a:t>      Lần trước: ${prev.at(-1) ?? "chưa gặp"}</a:t>
            </a:r>
            <a:br/>
            <a:r>
              <a:t>      Quan hệ: ${npc.getRelation(playerId)}`,</a:t>
            </a:r>
            <a:br/>
            <a:r>
              <a:t>    tools: npc.tools</a:t>
            </a:r>
            <a:br/>
            <a:r>
              <a:t>  })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Điều này cho phép: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4846320" cy="7772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488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Lần đầu gặp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"Chào người lạ, mày cần gì?"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08960"/>
            <a:ext cx="4846320" cy="7772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Lần thứ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"Lại mày hả? Kiếm lần trước dùng tốt không?"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114800"/>
            <a:ext cx="4846320" cy="7772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Quan hệ tốt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"Bạn cũ! Giảm giá 10% cho mày."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120640"/>
            <a:ext cx="4846320" cy="77724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5166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Sau khi diệt boss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440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"Người hùng! Mày cần gì cứ nói."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029200"/>
            <a:ext cx="10332720" cy="9144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0749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5"/>
                </a:solidFill>
                <a:latin typeface="Segoe UI"/>
              </a:defRPr>
            </a:pPr>
            <a:r>
              <a:t>Không cần scripted dialog tree. LLM tự tạo câu thoại</a:t>
            </a:r>
            <a:br/>
            <a:r>
              <a:t>dựa trên context thật của người chơi. Mỗi lần chơi = trải nghiệm khác.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743200" cy="2743200"/>
          </a:xfrm>
          <a:prstGeom prst="rect">
            <a:avLst/>
          </a:prstGeom>
        </p:spPr>
      </p:pic>
      <p:pic>
        <p:nvPicPr>
          <p:cNvPr id="4" name="Picture 3" descr="bar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7200"/>
            <a:ext cx="5486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DE80"/>
                </a:solidFill>
                <a:latin typeface="Segoe UI"/>
              </a:defRPr>
            </a:pPr>
            <a:r>
              <a:t>Demo: rpg-ai-npc-demo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Segoe UI"/>
              </a:defRPr>
            </a:pPr>
            <a:r>
              <a:t>4 NPC AI chạy thật, browser RPG, đầy đủ source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Cấu trúc project: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5029200" cy="21031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46634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rpg-ai-npc-demo/</a:t>
            </a:r>
            <a:br/>
            <a:r>
              <a:t>├── server.js        // Express + WebSocket</a:t>
            </a:r>
            <a:br/>
            <a:r>
              <a:t>├── npc-agents.js    // 4 Agent + 6 tools</a:t>
            </a:r>
            <a:br/>
            <a:r>
              <a:t>├── game-state.js    // Players, quests, shop</a:t>
            </a:r>
            <a:br/>
            <a:r>
              <a:t>└── public/</a:t>
            </a:r>
            <a:br/>
            <a:r>
              <a:t>    └── index.html   // Browser game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Chạy trong 3 lệnh: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4846320" cy="21031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48055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# 1. Install</a:t>
            </a:r>
            <a:br/>
            <a:r>
              <a:t>npm install</a:t>
            </a:r>
            <a:br/>
            <a:br/>
            <a:r>
              <a:t># 2. Set API key</a:t>
            </a:r>
            <a:br/>
            <a:r>
              <a:t>export OPENAI_API_KEY=sk-...</a:t>
            </a:r>
            <a:br/>
            <a:br/>
            <a:r>
              <a:t># 3. Chạy</a:t>
            </a:r>
            <a:br/>
            <a:r>
              <a:t>node server.js</a:t>
            </a:r>
            <a:br/>
            <a:r>
              <a:t># → http://localhost:3000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 NPC trong demo: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Trưở làng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get_player_stats, get_available_quests, assign_quest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Thợ rèn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937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get_player_stats, check_shop_inventory, sell_item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Pháp sư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03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get_player_stats, get_available_quests, heal_player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Lính gác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69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handoffs: [blacksmith, mage, elder]  (triage)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26480"/>
            <a:ext cx="10332720" cy="45720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61539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CC15"/>
                </a:solidFill>
                <a:latin typeface="Segoe UI"/>
              </a:defRPr>
            </a:pPr>
            <a:r>
              <a:t>Full source code. Fork và thay game state = AI NPC cho game của bạn.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Production: Latency &amp;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2743200" cy="182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Streaming — không chờ 5 giây: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5029200" cy="22860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// Stream từng chữ về game client</a:t>
            </a:r>
            <a:br/>
            <a:r>
              <a:t>const stream = run.stream(agent, msgs)</a:t>
            </a:r>
            <a:br/>
            <a:br/>
            <a:r>
              <a:t>for await (const event of stream) {</a:t>
            </a:r>
            <a:br/>
            <a:r>
              <a:t>  if (event.type === "raw_model_stream") {</a:t>
            </a:r>
            <a:br/>
            <a:r>
              <a:t>    ws.send(JSON.stringify({</a:t>
            </a:r>
            <a:br/>
            <a:r>
              <a:t>      type: "typing",</a:t>
            </a:r>
            <a:br/>
            <a:r>
              <a:t>      char: event.data</a:t>
            </a:r>
            <a:br/>
            <a:r>
              <a:t>    }))</a:t>
            </a:r>
            <a:br/>
            <a:r>
              <a:t>  }</a:t>
            </a:r>
            <a:br/>
            <a:r>
              <a:t>}</a:t>
            </a:r>
            <a:br/>
            <a:r>
              <a:t>// NPC "gõ" từng chữ như đang nói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Kiểm soát chi phí: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4846320" cy="228600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920240"/>
            <a:ext cx="44805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Consolas"/>
              </a:defRPr>
            </a:pPr>
            <a:r>
              <a:t>// Model nhỏ cho NPC thường</a:t>
            </a:r>
            <a:br/>
            <a:r>
              <a:t>const farmer = new Agent({</a:t>
            </a:r>
            <a:br/>
            <a:r>
              <a:t>  name: "Farmer",</a:t>
            </a:r>
            <a:br/>
            <a:r>
              <a:t>  model: "gpt-4o-mini",  // rẻ</a:t>
            </a:r>
            <a:br/>
            <a:r>
              <a:t>  ...</a:t>
            </a:r>
            <a:br/>
            <a:r>
              <a:t>})</a:t>
            </a:r>
            <a:br/>
            <a:br/>
            <a:r>
              <a:t>// Model lớn cho NPC quan trọng</a:t>
            </a:r>
            <a:br/>
            <a:r>
              <a:t>const dragonKing = new Agent({</a:t>
            </a:r>
            <a:br/>
            <a:r>
              <a:t>  name: "Dragon King",</a:t>
            </a:r>
            <a:br/>
            <a:r>
              <a:t>  model: "gpt-4o",  // thông minh</a:t>
            </a:r>
            <a:br/>
            <a:r>
              <a:t>  ...</a:t>
            </a:r>
            <a:br/>
            <a:r>
              <a:t>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 số tham khảo (tháng 3/2026):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3200400" cy="11887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gpt-4o-mini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~$0.15 / 1M input tokens</a:t>
            </a:r>
            <a:br/>
            <a:r>
              <a:t>~200ms first token</a:t>
            </a:r>
            <a:br/>
            <a:r>
              <a:t>Đủ cho NPC phụ / farmer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846320"/>
            <a:ext cx="3200400" cy="11887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892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gpt-4o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~$2.50 / 1M input tokens</a:t>
            </a:r>
            <a:br/>
            <a:r>
              <a:t>~400ms first token</a:t>
            </a:r>
            <a:br/>
            <a:r>
              <a:t>Cho NPC chính / boss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846320"/>
            <a:ext cx="3200400" cy="1188720"/>
          </a:xfrm>
          <a:prstGeom prst="round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892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claude-haiku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~$0.25 / 1M input tokens</a:t>
            </a:r>
            <a:br/>
            <a:r>
              <a:t>~300ms first token</a:t>
            </a:r>
            <a:br/>
            <a:r>
              <a:t>Nhanh, giỏi tiếng Việt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88"/>
                </a:solidFill>
                <a:latin typeface="Segoe UI"/>
              </a:defRPr>
            </a:pPr>
            <a:r>
              <a:t>Tóm lại:</a:t>
            </a:r>
          </a:p>
        </p:txBody>
      </p:sp>
      <p:pic>
        <p:nvPicPr>
          <p:cNvPr id="5" name="Picture 4" descr="ba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11680"/>
            <a:ext cx="54864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Agent SDK = AI sống</a:t>
            </a:r>
            <a:br/>
            <a:r>
              <a:t>trong game của bạn.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9418320" cy="201168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ACC15"/>
                </a:solidFill>
                <a:latin typeface="Segoe UI"/>
              </a:rPr>
              <a:t>▸ </a:t>
            </a:r>
            <a:r>
              <a:rPr sz="1800">
                <a:solidFill>
                  <a:srgbClr val="FFFFFF"/>
                </a:solidFill>
                <a:latin typeface="Segoe UI"/>
              </a:rPr>
              <a:t>6 dòng code để tạo 1 NPC agent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ACC15"/>
                </a:solidFill>
                <a:latin typeface="Segoe UI"/>
              </a:rPr>
              <a:t>▸ </a:t>
            </a:r>
            <a:r>
              <a:rPr sz="1800">
                <a:solidFill>
                  <a:srgbClr val="FFFFFF"/>
                </a:solidFill>
                <a:latin typeface="Segoe UI"/>
              </a:rPr>
              <a:t>Tools = Python functions truy game state của bạn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ACC15"/>
                </a:solidFill>
                <a:latin typeface="Segoe UI"/>
              </a:rPr>
              <a:t>▸ </a:t>
            </a:r>
            <a:r>
              <a:rPr sz="1800">
                <a:solidFill>
                  <a:srgbClr val="FFFFFF"/>
                </a:solidFill>
                <a:latin typeface="Segoe UI"/>
              </a:rPr>
              <a:t>Handoffs = nhiều NPC phối hợp tự động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ACC15"/>
                </a:solidFill>
                <a:latin typeface="Segoe UI"/>
              </a:rPr>
              <a:t>▸ </a:t>
            </a:r>
            <a:r>
              <a:rPr sz="1800">
                <a:solidFill>
                  <a:srgbClr val="FFFFFF"/>
                </a:solidFill>
                <a:latin typeface="Segoe UI"/>
              </a:rPr>
              <a:t>Context injection = NPC nhớ người chơi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ACC15"/>
                </a:solidFill>
                <a:latin typeface="Segoe UI"/>
              </a:rPr>
              <a:t>▸ </a:t>
            </a:r>
            <a:r>
              <a:rPr sz="1800">
                <a:solidFill>
                  <a:srgbClr val="FFFFFF"/>
                </a:solidFill>
                <a:latin typeface="Segoe UI"/>
              </a:rPr>
              <a:t>Streaming = NPC "gõ" từng chữ, không chờ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3657600"/>
          </a:xfrm>
          <a:prstGeom prst="rect">
            <a:avLst/>
          </a:prstGeom>
        </p:spPr>
      </p:pic>
      <p:pic>
        <p:nvPicPr>
          <p:cNvPr id="4" name="Picture 3" descr="gl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Hỏi Đáp?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1752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Segoe UI"/>
              </a:defRPr>
            </a:pPr>
            <a:r>
              <a:t>Minh-Nhật Nguyễn  ·  nmnhut.dev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029200"/>
            <a:ext cx="4846320" cy="731520"/>
          </a:xfrm>
          <a:prstGeom prst="round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50749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D2FF"/>
                </a:solidFill>
                <a:latin typeface="Segoe UI"/>
              </a:defRPr>
            </a:pPr>
            <a:r>
              <a:t>Bài viết đầy đủ → nmnhut.dev/posts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